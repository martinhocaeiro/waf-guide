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7" r:id="rId11"/>
    <p:sldId id="268" r:id="rId12"/>
    <p:sldId id="269" r:id="rId13"/>
    <p:sldId id="271" r:id="rId14"/>
    <p:sldId id="272" r:id="rId15"/>
    <p:sldId id="273" r:id="rId16"/>
    <p:sldId id="274" r:id="rId17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40E9768-759B-455B-A50A-B1232157BD7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F752B5E2-1E82-40CE-AA91-C4B678F4A940}">
      <dgm:prSet/>
      <dgm:spPr/>
      <dgm:t>
        <a:bodyPr/>
        <a:lstStyle/>
        <a:p>
          <a:r>
            <a:rPr lang="pt-PT"/>
            <a:t>S</a:t>
          </a:r>
          <a:r>
            <a:rPr lang="pt-PT" b="0" i="0"/>
            <a:t>olução de segurança na web</a:t>
          </a:r>
          <a:endParaRPr lang="en-US"/>
        </a:p>
      </dgm:t>
    </dgm:pt>
    <dgm:pt modelId="{3128B10C-4FD0-4A40-9BD6-D06B0324D0B9}" type="parTrans" cxnId="{1A5CB1FB-D407-49A7-9092-7751B4316B1F}">
      <dgm:prSet/>
      <dgm:spPr/>
      <dgm:t>
        <a:bodyPr/>
        <a:lstStyle/>
        <a:p>
          <a:endParaRPr lang="en-US"/>
        </a:p>
      </dgm:t>
    </dgm:pt>
    <dgm:pt modelId="{8C161B3F-A442-4B71-B898-695A37B88233}" type="sibTrans" cxnId="{1A5CB1FB-D407-49A7-9092-7751B4316B1F}">
      <dgm:prSet/>
      <dgm:spPr/>
      <dgm:t>
        <a:bodyPr/>
        <a:lstStyle/>
        <a:p>
          <a:endParaRPr lang="en-US"/>
        </a:p>
      </dgm:t>
    </dgm:pt>
    <dgm:pt modelId="{11B2ABF2-2683-43E5-863C-B41D48CF9CD4}">
      <dgm:prSet/>
      <dgm:spPr/>
      <dgm:t>
        <a:bodyPr/>
        <a:lstStyle/>
        <a:p>
          <a:r>
            <a:rPr lang="pt-PT"/>
            <a:t>Monitora e filtra trafego mal-intencionado</a:t>
          </a:r>
          <a:endParaRPr lang="en-US"/>
        </a:p>
      </dgm:t>
    </dgm:pt>
    <dgm:pt modelId="{4DD4FB83-FF10-4E83-8D93-5C38ED85B263}" type="parTrans" cxnId="{6C75E5C5-ACC1-4A03-B96F-4465C652277B}">
      <dgm:prSet/>
      <dgm:spPr/>
      <dgm:t>
        <a:bodyPr/>
        <a:lstStyle/>
        <a:p>
          <a:endParaRPr lang="en-US"/>
        </a:p>
      </dgm:t>
    </dgm:pt>
    <dgm:pt modelId="{E1F678B8-FAF1-488C-8858-42EA3045219C}" type="sibTrans" cxnId="{6C75E5C5-ACC1-4A03-B96F-4465C652277B}">
      <dgm:prSet/>
      <dgm:spPr/>
      <dgm:t>
        <a:bodyPr/>
        <a:lstStyle/>
        <a:p>
          <a:endParaRPr lang="en-US"/>
        </a:p>
      </dgm:t>
    </dgm:pt>
    <dgm:pt modelId="{7CC45659-97D0-49B7-9F4F-9DD6848EB6A1}">
      <dgm:prSet/>
      <dgm:spPr/>
      <dgm:t>
        <a:bodyPr/>
        <a:lstStyle/>
        <a:p>
          <a:r>
            <a:rPr lang="pt-PT"/>
            <a:t>Bloqueia entrada ou saída de dados não autorizados</a:t>
          </a:r>
          <a:endParaRPr lang="en-US"/>
        </a:p>
      </dgm:t>
    </dgm:pt>
    <dgm:pt modelId="{ABA14DCE-B2E5-4849-AC74-A01D37B89E24}" type="parTrans" cxnId="{4708E6AF-7142-4E06-908F-F17209F78D28}">
      <dgm:prSet/>
      <dgm:spPr/>
      <dgm:t>
        <a:bodyPr/>
        <a:lstStyle/>
        <a:p>
          <a:endParaRPr lang="en-US"/>
        </a:p>
      </dgm:t>
    </dgm:pt>
    <dgm:pt modelId="{6DFF149A-1044-43F1-AB0A-14C9840CC38B}" type="sibTrans" cxnId="{4708E6AF-7142-4E06-908F-F17209F78D28}">
      <dgm:prSet/>
      <dgm:spPr/>
      <dgm:t>
        <a:bodyPr/>
        <a:lstStyle/>
        <a:p>
          <a:endParaRPr lang="en-US"/>
        </a:p>
      </dgm:t>
    </dgm:pt>
    <dgm:pt modelId="{FD7F1612-BDE1-42FF-ABD2-7F06F52B293F}" type="pres">
      <dgm:prSet presAssocID="{340E9768-759B-455B-A50A-B1232157BD7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ED54F60E-4717-48E1-8522-DDF216331899}" type="pres">
      <dgm:prSet presAssocID="{F752B5E2-1E82-40CE-AA91-C4B678F4A940}" presName="hierRoot1" presStyleCnt="0"/>
      <dgm:spPr/>
    </dgm:pt>
    <dgm:pt modelId="{381ACCB0-1417-42ED-BAC7-074FB1B968B5}" type="pres">
      <dgm:prSet presAssocID="{F752B5E2-1E82-40CE-AA91-C4B678F4A940}" presName="composite" presStyleCnt="0"/>
      <dgm:spPr/>
    </dgm:pt>
    <dgm:pt modelId="{BDAAEDA7-9F4D-4FDA-8086-AA631EDC0369}" type="pres">
      <dgm:prSet presAssocID="{F752B5E2-1E82-40CE-AA91-C4B678F4A940}" presName="background" presStyleLbl="node0" presStyleIdx="0" presStyleCnt="3"/>
      <dgm:spPr/>
    </dgm:pt>
    <dgm:pt modelId="{07A19C9C-0D4B-4B25-ADF4-C9F1B385AE79}" type="pres">
      <dgm:prSet presAssocID="{F752B5E2-1E82-40CE-AA91-C4B678F4A940}" presName="text" presStyleLbl="fgAcc0" presStyleIdx="0" presStyleCnt="3">
        <dgm:presLayoutVars>
          <dgm:chPref val="3"/>
        </dgm:presLayoutVars>
      </dgm:prSet>
      <dgm:spPr/>
    </dgm:pt>
    <dgm:pt modelId="{230A01F1-C0DF-4039-8376-0E3850FE3BE4}" type="pres">
      <dgm:prSet presAssocID="{F752B5E2-1E82-40CE-AA91-C4B678F4A940}" presName="hierChild2" presStyleCnt="0"/>
      <dgm:spPr/>
    </dgm:pt>
    <dgm:pt modelId="{639DDB63-A9C9-4FEE-9686-E5BF60BFCD64}" type="pres">
      <dgm:prSet presAssocID="{11B2ABF2-2683-43E5-863C-B41D48CF9CD4}" presName="hierRoot1" presStyleCnt="0"/>
      <dgm:spPr/>
    </dgm:pt>
    <dgm:pt modelId="{A732C594-242C-4376-B282-4E179A61FEEE}" type="pres">
      <dgm:prSet presAssocID="{11B2ABF2-2683-43E5-863C-B41D48CF9CD4}" presName="composite" presStyleCnt="0"/>
      <dgm:spPr/>
    </dgm:pt>
    <dgm:pt modelId="{EF8EED30-7A7E-4E9A-89EF-3D2E39D72FE7}" type="pres">
      <dgm:prSet presAssocID="{11B2ABF2-2683-43E5-863C-B41D48CF9CD4}" presName="background" presStyleLbl="node0" presStyleIdx="1" presStyleCnt="3"/>
      <dgm:spPr/>
    </dgm:pt>
    <dgm:pt modelId="{407176CE-AEDA-4196-BD38-E4EF6FB5A575}" type="pres">
      <dgm:prSet presAssocID="{11B2ABF2-2683-43E5-863C-B41D48CF9CD4}" presName="text" presStyleLbl="fgAcc0" presStyleIdx="1" presStyleCnt="3">
        <dgm:presLayoutVars>
          <dgm:chPref val="3"/>
        </dgm:presLayoutVars>
      </dgm:prSet>
      <dgm:spPr/>
    </dgm:pt>
    <dgm:pt modelId="{9204ABB0-51CC-4EC0-965A-3CCB4EAFD9AE}" type="pres">
      <dgm:prSet presAssocID="{11B2ABF2-2683-43E5-863C-B41D48CF9CD4}" presName="hierChild2" presStyleCnt="0"/>
      <dgm:spPr/>
    </dgm:pt>
    <dgm:pt modelId="{FBE89DE7-742A-4687-AB36-9DA06F2EB8AB}" type="pres">
      <dgm:prSet presAssocID="{7CC45659-97D0-49B7-9F4F-9DD6848EB6A1}" presName="hierRoot1" presStyleCnt="0"/>
      <dgm:spPr/>
    </dgm:pt>
    <dgm:pt modelId="{14576160-7450-4391-8F87-06D9A3E841AC}" type="pres">
      <dgm:prSet presAssocID="{7CC45659-97D0-49B7-9F4F-9DD6848EB6A1}" presName="composite" presStyleCnt="0"/>
      <dgm:spPr/>
    </dgm:pt>
    <dgm:pt modelId="{28F55A5D-BB0E-4E52-962A-7CE36AB510F3}" type="pres">
      <dgm:prSet presAssocID="{7CC45659-97D0-49B7-9F4F-9DD6848EB6A1}" presName="background" presStyleLbl="node0" presStyleIdx="2" presStyleCnt="3"/>
      <dgm:spPr/>
    </dgm:pt>
    <dgm:pt modelId="{67B07F82-9A09-4387-902F-07CC1651E82F}" type="pres">
      <dgm:prSet presAssocID="{7CC45659-97D0-49B7-9F4F-9DD6848EB6A1}" presName="text" presStyleLbl="fgAcc0" presStyleIdx="2" presStyleCnt="3">
        <dgm:presLayoutVars>
          <dgm:chPref val="3"/>
        </dgm:presLayoutVars>
      </dgm:prSet>
      <dgm:spPr/>
    </dgm:pt>
    <dgm:pt modelId="{6FCAFA7D-F141-44DC-9CF1-3F0BD6E6599A}" type="pres">
      <dgm:prSet presAssocID="{7CC45659-97D0-49B7-9F4F-9DD6848EB6A1}" presName="hierChild2" presStyleCnt="0"/>
      <dgm:spPr/>
    </dgm:pt>
  </dgm:ptLst>
  <dgm:cxnLst>
    <dgm:cxn modelId="{595F3742-1559-4019-96D6-352B6F981CFC}" type="presOf" srcId="{340E9768-759B-455B-A50A-B1232157BD7D}" destId="{FD7F1612-BDE1-42FF-ABD2-7F06F52B293F}" srcOrd="0" destOrd="0" presId="urn:microsoft.com/office/officeart/2005/8/layout/hierarchy1"/>
    <dgm:cxn modelId="{DDC55298-D878-40DC-9FF3-51C7FD7DEFE3}" type="presOf" srcId="{F752B5E2-1E82-40CE-AA91-C4B678F4A940}" destId="{07A19C9C-0D4B-4B25-ADF4-C9F1B385AE79}" srcOrd="0" destOrd="0" presId="urn:microsoft.com/office/officeart/2005/8/layout/hierarchy1"/>
    <dgm:cxn modelId="{4708E6AF-7142-4E06-908F-F17209F78D28}" srcId="{340E9768-759B-455B-A50A-B1232157BD7D}" destId="{7CC45659-97D0-49B7-9F4F-9DD6848EB6A1}" srcOrd="2" destOrd="0" parTransId="{ABA14DCE-B2E5-4849-AC74-A01D37B89E24}" sibTransId="{6DFF149A-1044-43F1-AB0A-14C9840CC38B}"/>
    <dgm:cxn modelId="{FD3914C2-6C6D-4AEA-911C-B89DCE1110F0}" type="presOf" srcId="{11B2ABF2-2683-43E5-863C-B41D48CF9CD4}" destId="{407176CE-AEDA-4196-BD38-E4EF6FB5A575}" srcOrd="0" destOrd="0" presId="urn:microsoft.com/office/officeart/2005/8/layout/hierarchy1"/>
    <dgm:cxn modelId="{6C75E5C5-ACC1-4A03-B96F-4465C652277B}" srcId="{340E9768-759B-455B-A50A-B1232157BD7D}" destId="{11B2ABF2-2683-43E5-863C-B41D48CF9CD4}" srcOrd="1" destOrd="0" parTransId="{4DD4FB83-FF10-4E83-8D93-5C38ED85B263}" sibTransId="{E1F678B8-FAF1-488C-8858-42EA3045219C}"/>
    <dgm:cxn modelId="{A09E1FF8-47AA-4523-91B9-6FDB75DFAD8F}" type="presOf" srcId="{7CC45659-97D0-49B7-9F4F-9DD6848EB6A1}" destId="{67B07F82-9A09-4387-902F-07CC1651E82F}" srcOrd="0" destOrd="0" presId="urn:microsoft.com/office/officeart/2005/8/layout/hierarchy1"/>
    <dgm:cxn modelId="{1A5CB1FB-D407-49A7-9092-7751B4316B1F}" srcId="{340E9768-759B-455B-A50A-B1232157BD7D}" destId="{F752B5E2-1E82-40CE-AA91-C4B678F4A940}" srcOrd="0" destOrd="0" parTransId="{3128B10C-4FD0-4A40-9BD6-D06B0324D0B9}" sibTransId="{8C161B3F-A442-4B71-B898-695A37B88233}"/>
    <dgm:cxn modelId="{90CEFA19-6D42-4A21-8243-0918C7950AF1}" type="presParOf" srcId="{FD7F1612-BDE1-42FF-ABD2-7F06F52B293F}" destId="{ED54F60E-4717-48E1-8522-DDF216331899}" srcOrd="0" destOrd="0" presId="urn:microsoft.com/office/officeart/2005/8/layout/hierarchy1"/>
    <dgm:cxn modelId="{98EEEDAB-B37F-4C90-9715-EF7D9A120761}" type="presParOf" srcId="{ED54F60E-4717-48E1-8522-DDF216331899}" destId="{381ACCB0-1417-42ED-BAC7-074FB1B968B5}" srcOrd="0" destOrd="0" presId="urn:microsoft.com/office/officeart/2005/8/layout/hierarchy1"/>
    <dgm:cxn modelId="{D482F02E-4FFF-4ADC-A660-74E94137F38F}" type="presParOf" srcId="{381ACCB0-1417-42ED-BAC7-074FB1B968B5}" destId="{BDAAEDA7-9F4D-4FDA-8086-AA631EDC0369}" srcOrd="0" destOrd="0" presId="urn:microsoft.com/office/officeart/2005/8/layout/hierarchy1"/>
    <dgm:cxn modelId="{2B9A8545-A193-4DB6-85AD-604379D5BE9F}" type="presParOf" srcId="{381ACCB0-1417-42ED-BAC7-074FB1B968B5}" destId="{07A19C9C-0D4B-4B25-ADF4-C9F1B385AE79}" srcOrd="1" destOrd="0" presId="urn:microsoft.com/office/officeart/2005/8/layout/hierarchy1"/>
    <dgm:cxn modelId="{F76CDDC1-322E-466E-80C2-3AFCB6313F5F}" type="presParOf" srcId="{ED54F60E-4717-48E1-8522-DDF216331899}" destId="{230A01F1-C0DF-4039-8376-0E3850FE3BE4}" srcOrd="1" destOrd="0" presId="urn:microsoft.com/office/officeart/2005/8/layout/hierarchy1"/>
    <dgm:cxn modelId="{6A315EB4-1652-4057-B228-5A2583639C8F}" type="presParOf" srcId="{FD7F1612-BDE1-42FF-ABD2-7F06F52B293F}" destId="{639DDB63-A9C9-4FEE-9686-E5BF60BFCD64}" srcOrd="1" destOrd="0" presId="urn:microsoft.com/office/officeart/2005/8/layout/hierarchy1"/>
    <dgm:cxn modelId="{8472733A-85EE-484B-BB62-19E763CDE8DD}" type="presParOf" srcId="{639DDB63-A9C9-4FEE-9686-E5BF60BFCD64}" destId="{A732C594-242C-4376-B282-4E179A61FEEE}" srcOrd="0" destOrd="0" presId="urn:microsoft.com/office/officeart/2005/8/layout/hierarchy1"/>
    <dgm:cxn modelId="{EB42E17B-F0F3-44AA-A670-3D5D8F785FAF}" type="presParOf" srcId="{A732C594-242C-4376-B282-4E179A61FEEE}" destId="{EF8EED30-7A7E-4E9A-89EF-3D2E39D72FE7}" srcOrd="0" destOrd="0" presId="urn:microsoft.com/office/officeart/2005/8/layout/hierarchy1"/>
    <dgm:cxn modelId="{3274FF23-7A12-4D96-8578-BD5120929E26}" type="presParOf" srcId="{A732C594-242C-4376-B282-4E179A61FEEE}" destId="{407176CE-AEDA-4196-BD38-E4EF6FB5A575}" srcOrd="1" destOrd="0" presId="urn:microsoft.com/office/officeart/2005/8/layout/hierarchy1"/>
    <dgm:cxn modelId="{508A9BB2-F578-4936-B7A2-6B66A210766F}" type="presParOf" srcId="{639DDB63-A9C9-4FEE-9686-E5BF60BFCD64}" destId="{9204ABB0-51CC-4EC0-965A-3CCB4EAFD9AE}" srcOrd="1" destOrd="0" presId="urn:microsoft.com/office/officeart/2005/8/layout/hierarchy1"/>
    <dgm:cxn modelId="{C0E3D5C5-304D-44F7-A23B-EBF4C71E8CE2}" type="presParOf" srcId="{FD7F1612-BDE1-42FF-ABD2-7F06F52B293F}" destId="{FBE89DE7-742A-4687-AB36-9DA06F2EB8AB}" srcOrd="2" destOrd="0" presId="urn:microsoft.com/office/officeart/2005/8/layout/hierarchy1"/>
    <dgm:cxn modelId="{DDF39566-EA72-485C-BCCE-EE7C9F9692D5}" type="presParOf" srcId="{FBE89DE7-742A-4687-AB36-9DA06F2EB8AB}" destId="{14576160-7450-4391-8F87-06D9A3E841AC}" srcOrd="0" destOrd="0" presId="urn:microsoft.com/office/officeart/2005/8/layout/hierarchy1"/>
    <dgm:cxn modelId="{B79A068A-234F-47F2-AAE3-90AA71B5711D}" type="presParOf" srcId="{14576160-7450-4391-8F87-06D9A3E841AC}" destId="{28F55A5D-BB0E-4E52-962A-7CE36AB510F3}" srcOrd="0" destOrd="0" presId="urn:microsoft.com/office/officeart/2005/8/layout/hierarchy1"/>
    <dgm:cxn modelId="{AB210E3D-2D66-4D9F-8A80-545C9EF87FAD}" type="presParOf" srcId="{14576160-7450-4391-8F87-06D9A3E841AC}" destId="{67B07F82-9A09-4387-902F-07CC1651E82F}" srcOrd="1" destOrd="0" presId="urn:microsoft.com/office/officeart/2005/8/layout/hierarchy1"/>
    <dgm:cxn modelId="{7AA31F4C-C5BD-4E8B-89FD-3789DD919248}" type="presParOf" srcId="{FBE89DE7-742A-4687-AB36-9DA06F2EB8AB}" destId="{6FCAFA7D-F141-44DC-9CF1-3F0BD6E6599A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DAAEDA7-9F4D-4FDA-8086-AA631EDC0369}">
      <dsp:nvSpPr>
        <dsp:cNvPr id="0" name=""/>
        <dsp:cNvSpPr/>
      </dsp:nvSpPr>
      <dsp:spPr>
        <a:xfrm>
          <a:off x="0" y="956885"/>
          <a:ext cx="2906817" cy="18458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A19C9C-0D4B-4B25-ADF4-C9F1B385AE79}">
      <dsp:nvSpPr>
        <dsp:cNvPr id="0" name=""/>
        <dsp:cNvSpPr/>
      </dsp:nvSpPr>
      <dsp:spPr>
        <a:xfrm>
          <a:off x="322979" y="1263716"/>
          <a:ext cx="2906817" cy="184582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700" kern="1200"/>
            <a:t>S</a:t>
          </a:r>
          <a:r>
            <a:rPr lang="pt-PT" sz="2700" b="0" i="0" kern="1200"/>
            <a:t>olução de segurança na web</a:t>
          </a:r>
          <a:endParaRPr lang="en-US" sz="2700" kern="1200"/>
        </a:p>
      </dsp:txBody>
      <dsp:txXfrm>
        <a:off x="377041" y="1317778"/>
        <a:ext cx="2798693" cy="1737704"/>
      </dsp:txXfrm>
    </dsp:sp>
    <dsp:sp modelId="{EF8EED30-7A7E-4E9A-89EF-3D2E39D72FE7}">
      <dsp:nvSpPr>
        <dsp:cNvPr id="0" name=""/>
        <dsp:cNvSpPr/>
      </dsp:nvSpPr>
      <dsp:spPr>
        <a:xfrm>
          <a:off x="3552776" y="956885"/>
          <a:ext cx="2906817" cy="18458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7176CE-AEDA-4196-BD38-E4EF6FB5A575}">
      <dsp:nvSpPr>
        <dsp:cNvPr id="0" name=""/>
        <dsp:cNvSpPr/>
      </dsp:nvSpPr>
      <dsp:spPr>
        <a:xfrm>
          <a:off x="3875756" y="1263716"/>
          <a:ext cx="2906817" cy="184582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700" kern="1200"/>
            <a:t>Monitora e filtra trafego mal-intencionado</a:t>
          </a:r>
          <a:endParaRPr lang="en-US" sz="2700" kern="1200"/>
        </a:p>
      </dsp:txBody>
      <dsp:txXfrm>
        <a:off x="3929818" y="1317778"/>
        <a:ext cx="2798693" cy="1737704"/>
      </dsp:txXfrm>
    </dsp:sp>
    <dsp:sp modelId="{28F55A5D-BB0E-4E52-962A-7CE36AB510F3}">
      <dsp:nvSpPr>
        <dsp:cNvPr id="0" name=""/>
        <dsp:cNvSpPr/>
      </dsp:nvSpPr>
      <dsp:spPr>
        <a:xfrm>
          <a:off x="7105553" y="956885"/>
          <a:ext cx="2906817" cy="18458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B07F82-9A09-4387-902F-07CC1651E82F}">
      <dsp:nvSpPr>
        <dsp:cNvPr id="0" name=""/>
        <dsp:cNvSpPr/>
      </dsp:nvSpPr>
      <dsp:spPr>
        <a:xfrm>
          <a:off x="7428532" y="1263716"/>
          <a:ext cx="2906817" cy="184582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700" kern="1200"/>
            <a:t>Bloqueia entrada ou saída de dados não autorizados</a:t>
          </a:r>
          <a:endParaRPr lang="en-US" sz="2700" kern="1200"/>
        </a:p>
      </dsp:txBody>
      <dsp:txXfrm>
        <a:off x="7482594" y="1317778"/>
        <a:ext cx="2798693" cy="173770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735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8643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182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5/19/2025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908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5/19/2025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3347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5/19/2025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2485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5/19/2025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95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5/19/2025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5989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5/19/2025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9804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973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10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2165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16" name="Picture 15" descr="A close-up of colorful shapes&#10;&#10;AI-generated content may be incorrect.">
            <a:extLst>
              <a:ext uri="{FF2B5EF4-FFF2-40B4-BE49-F238E27FC236}">
                <a16:creationId xmlns:a16="http://schemas.microsoft.com/office/drawing/2014/main" id="{98DF3359-5C8E-3B3F-1244-6DB2CED7D9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76A10D8F-D463-70E5-239B-17AD65EF4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0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4E1345-6B86-BBDB-3E55-C579D854A8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6506" y="603315"/>
            <a:ext cx="5649211" cy="3685731"/>
          </a:xfrm>
        </p:spPr>
        <p:txBody>
          <a:bodyPr anchor="t">
            <a:normAutofit/>
          </a:bodyPr>
          <a:lstStyle/>
          <a:p>
            <a:pPr algn="l"/>
            <a:r>
              <a:rPr lang="pt-PT" sz="6600"/>
              <a:t>WAF – Web Application Firewall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B7D2F7-BC20-C09C-0D0B-AE5083360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6507" y="4437176"/>
            <a:ext cx="4007587" cy="1290807"/>
          </a:xfrm>
        </p:spPr>
        <p:txBody>
          <a:bodyPr anchor="ctr">
            <a:normAutofit/>
          </a:bodyPr>
          <a:lstStyle/>
          <a:p>
            <a:pPr algn="l"/>
            <a:r>
              <a:rPr lang="pt-PT" sz="2200"/>
              <a:t>Martinho Caeiro (23917)</a:t>
            </a:r>
          </a:p>
          <a:p>
            <a:pPr algn="l"/>
            <a:r>
              <a:rPr lang="pt-PT" sz="2200"/>
              <a:t>Paulo Abade (23919)</a:t>
            </a:r>
          </a:p>
        </p:txBody>
      </p:sp>
    </p:spTree>
    <p:extLst>
      <p:ext uri="{BB962C8B-B14F-4D97-AF65-F5344CB8AC3E}">
        <p14:creationId xmlns:p14="http://schemas.microsoft.com/office/powerpoint/2010/main" val="20929234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1A22726-DA03-BCB0-F12E-98258FB7E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125ED6-1BD7-5EBB-D54E-A0C8432B0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548640"/>
            <a:ext cx="9160475" cy="1132258"/>
          </a:xfrm>
        </p:spPr>
        <p:txBody>
          <a:bodyPr anchor="ctr">
            <a:normAutofit/>
          </a:bodyPr>
          <a:lstStyle/>
          <a:p>
            <a:pPr algn="ctr"/>
            <a:r>
              <a:rPr lang="pt-PT" dirty="0"/>
              <a:t>O quê é uma WAF?</a:t>
            </a:r>
            <a:endParaRPr lang="pt-PT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41360BB-8187-BF35-43F5-E1F7BD5A277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2173558"/>
              </p:ext>
            </p:extLst>
          </p:nvPr>
        </p:nvGraphicFramePr>
        <p:xfrm>
          <a:off x="930876" y="2037806"/>
          <a:ext cx="10335350" cy="40664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447281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2A527-44BA-1EC9-2CCF-C30D51A8A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Topologia do Projeto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8383F4-90F6-3009-0105-72AC9F0ED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23720174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E8C87-2A03-2D43-569E-F4B6FBB7C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Criação de </a:t>
            </a:r>
            <a:r>
              <a:rPr lang="pt-PT" dirty="0" err="1"/>
              <a:t>VMs</a:t>
            </a:r>
            <a:endParaRPr lang="pt-P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27021B-B250-6DDB-CBD1-6CC3B72F05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289133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DB5DD-253F-F617-85F2-97077E638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Instalação de Pacotes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17CCFB-DFF2-8001-6458-23D8B71CF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8906687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84CDD-F0E9-0654-1154-9E06525B3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Configuração DNS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DC0A9B-E2F0-9E80-E04E-411EA1036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505958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5A2DF-A2B4-D9A8-904A-BDA631FFF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0DCE-22DD-154A-F7B0-B91206CB7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Configuração DNS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77BC41-7E91-3D16-6844-3FE41FEA2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6136327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A7553-4163-A0F6-1955-1ED99FD74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69521-DC32-3984-3139-1A8DAEFBB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Resultado DNS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76158-E07F-A119-A826-19E5369270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993747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6EFDA-23C8-EC60-14AE-CE4481431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Configuração Virtual </a:t>
            </a:r>
            <a:r>
              <a:rPr lang="pt-PT" dirty="0" err="1"/>
              <a:t>Hosts</a:t>
            </a:r>
            <a:endParaRPr lang="pt-P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F3A737-2715-A0E1-9030-A258343F2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140693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EAE97-AA2B-AB72-36FF-1E0D54A79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C28AB-B8DE-18D5-7B04-1A3AC4C84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Configuração Virtual </a:t>
            </a:r>
            <a:r>
              <a:rPr lang="pt-PT" dirty="0" err="1"/>
              <a:t>Hosts</a:t>
            </a:r>
            <a:endParaRPr lang="pt-P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C79E5-5667-E1F5-9921-8C5B061337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926362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87958-6606-F6DE-D05C-62ED04ED2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7CBB9-ED16-ACEC-2323-0F561E0E1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Resultado Virtual </a:t>
            </a:r>
            <a:r>
              <a:rPr lang="pt-PT" dirty="0" err="1"/>
              <a:t>Hosts</a:t>
            </a:r>
            <a:endParaRPr lang="pt-P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FC7DD-5B72-D3BD-AC9C-954AACF459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718867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80F29-50D8-41E8-EA01-030C6D17F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AC21A-4F4A-38BA-3672-1B7ECA863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Configuração WAF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A2D35-B8B1-0915-B316-477E052DAB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6002762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35F58-8B32-6A7F-E997-CA58D40EC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D58C1-27FE-7E17-C1A7-C1863CB71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Configuração WAF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19CB60-D7FF-3770-9934-83739371C8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3861905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CCAF7-F05F-0951-200D-33BA02842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3EE94-DCCD-9A46-500C-359D16F41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Resultado WAF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39C19-756A-464E-EE23-76F1595EAC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980570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BB0869A-0BE5-B3E9-F73D-2F3691E4D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847950-2D06-FAF8-2D5C-C86613BD6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114923"/>
            <a:ext cx="4621553" cy="1360728"/>
          </a:xfrm>
        </p:spPr>
        <p:txBody>
          <a:bodyPr anchor="b">
            <a:normAutofit/>
          </a:bodyPr>
          <a:lstStyle/>
          <a:p>
            <a:r>
              <a:rPr lang="pt-PT" dirty="0"/>
              <a:t>Conclusão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14C95A-E121-3161-98C6-9FC61BCD35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584058"/>
            <a:ext cx="4621553" cy="3159018"/>
          </a:xfrm>
        </p:spPr>
        <p:txBody>
          <a:bodyPr>
            <a:normAutofit/>
          </a:bodyPr>
          <a:lstStyle/>
          <a:p>
            <a:r>
              <a:rPr lang="pt-PT" sz="1800"/>
              <a:t>Semelhanças ao Lab 2 de AS</a:t>
            </a:r>
          </a:p>
          <a:p>
            <a:r>
              <a:rPr lang="pt-PT" sz="1800"/>
              <a:t>Adquirir conhecimentos sobre segurança</a:t>
            </a:r>
          </a:p>
          <a:p>
            <a:r>
              <a:rPr lang="pt-PT" sz="1800"/>
              <a:t>Importância das WAF na web</a:t>
            </a:r>
          </a:p>
        </p:txBody>
      </p:sp>
      <p:pic>
        <p:nvPicPr>
          <p:cNvPr id="7" name="Graphic 6" descr="Checkmark">
            <a:extLst>
              <a:ext uri="{FF2B5EF4-FFF2-40B4-BE49-F238E27FC236}">
                <a16:creationId xmlns:a16="http://schemas.microsoft.com/office/drawing/2014/main" id="{3778A9DE-A55A-9302-589D-C1411F39A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96074" y="1114923"/>
            <a:ext cx="4628153" cy="4628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405508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14D27876-614E-CCD5-5142-A650DBF0B0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D35795-1FAD-FDF7-4D48-6CC046268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4140" y="5137536"/>
            <a:ext cx="8203720" cy="73212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/>
              <a:t>Obrigado por ouvir!</a:t>
            </a:r>
          </a:p>
        </p:txBody>
      </p:sp>
      <p:pic>
        <p:nvPicPr>
          <p:cNvPr id="6" name="Graphic 5" descr="Presentation with checklist with solid fill">
            <a:extLst>
              <a:ext uri="{FF2B5EF4-FFF2-40B4-BE49-F238E27FC236}">
                <a16:creationId xmlns:a16="http://schemas.microsoft.com/office/drawing/2014/main" id="{9BEA04DC-1479-ABD7-749E-BBFE2054D9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3811686" y="418089"/>
            <a:ext cx="4567076" cy="4567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87246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89</Words>
  <Application>Microsoft Office PowerPoint</Application>
  <PresentationFormat>Widescreen</PresentationFormat>
  <Paragraphs>24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Neue Haas Grotesk Text Pro</vt:lpstr>
      <vt:lpstr>VanillaVTI</vt:lpstr>
      <vt:lpstr>WAF – Web Application Firewall</vt:lpstr>
      <vt:lpstr>O quê é uma WAF?</vt:lpstr>
      <vt:lpstr>Topologia do Projeto</vt:lpstr>
      <vt:lpstr>Criação de VMs</vt:lpstr>
      <vt:lpstr>Instalação de Pacotes</vt:lpstr>
      <vt:lpstr>Configuração DNS</vt:lpstr>
      <vt:lpstr>Configuração DNS</vt:lpstr>
      <vt:lpstr>Resultado DNS</vt:lpstr>
      <vt:lpstr>Configuração Virtual Hosts</vt:lpstr>
      <vt:lpstr>Configuração Virtual Hosts</vt:lpstr>
      <vt:lpstr>Resultado Virtual Hosts</vt:lpstr>
      <vt:lpstr>Configuração WAF</vt:lpstr>
      <vt:lpstr>Configuração WAF</vt:lpstr>
      <vt:lpstr>Resultado WAF</vt:lpstr>
      <vt:lpstr>Conclusão</vt:lpstr>
      <vt:lpstr>Obrigado por ouvir!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Martinho José Novo Caeiro</dc:creator>
  <cp:lastModifiedBy>Martinho José Novo Caeiro</cp:lastModifiedBy>
  <cp:revision>2</cp:revision>
  <dcterms:created xsi:type="dcterms:W3CDTF">2025-05-19T12:33:33Z</dcterms:created>
  <dcterms:modified xsi:type="dcterms:W3CDTF">2025-05-19T12:50:01Z</dcterms:modified>
</cp:coreProperties>
</file>