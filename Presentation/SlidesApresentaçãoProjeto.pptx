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7" r:id="rId11"/>
    <p:sldId id="268" r:id="rId12"/>
    <p:sldId id="269" r:id="rId13"/>
    <p:sldId id="271" r:id="rId14"/>
    <p:sldId id="275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0E9768-759B-455B-A50A-B1232157BD7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752B5E2-1E82-40CE-AA91-C4B678F4A940}">
      <dgm:prSet/>
      <dgm:spPr/>
      <dgm:t>
        <a:bodyPr/>
        <a:lstStyle/>
        <a:p>
          <a:r>
            <a:rPr lang="pt-PT"/>
            <a:t>S</a:t>
          </a:r>
          <a:r>
            <a:rPr lang="pt-PT" b="0" i="0"/>
            <a:t>olução de segurança na web</a:t>
          </a:r>
          <a:endParaRPr lang="en-US"/>
        </a:p>
      </dgm:t>
    </dgm:pt>
    <dgm:pt modelId="{3128B10C-4FD0-4A40-9BD6-D06B0324D0B9}" type="parTrans" cxnId="{1A5CB1FB-D407-49A7-9092-7751B4316B1F}">
      <dgm:prSet/>
      <dgm:spPr/>
      <dgm:t>
        <a:bodyPr/>
        <a:lstStyle/>
        <a:p>
          <a:endParaRPr lang="en-US"/>
        </a:p>
      </dgm:t>
    </dgm:pt>
    <dgm:pt modelId="{8C161B3F-A442-4B71-B898-695A37B88233}" type="sibTrans" cxnId="{1A5CB1FB-D407-49A7-9092-7751B4316B1F}">
      <dgm:prSet/>
      <dgm:spPr/>
      <dgm:t>
        <a:bodyPr/>
        <a:lstStyle/>
        <a:p>
          <a:endParaRPr lang="en-US"/>
        </a:p>
      </dgm:t>
    </dgm:pt>
    <dgm:pt modelId="{11B2ABF2-2683-43E5-863C-B41D48CF9CD4}">
      <dgm:prSet/>
      <dgm:spPr/>
      <dgm:t>
        <a:bodyPr/>
        <a:lstStyle/>
        <a:p>
          <a:r>
            <a:rPr lang="pt-PT"/>
            <a:t>Monitora e filtra trafego mal-intencionado</a:t>
          </a:r>
          <a:endParaRPr lang="en-US"/>
        </a:p>
      </dgm:t>
    </dgm:pt>
    <dgm:pt modelId="{4DD4FB83-FF10-4E83-8D93-5C38ED85B263}" type="parTrans" cxnId="{6C75E5C5-ACC1-4A03-B96F-4465C652277B}">
      <dgm:prSet/>
      <dgm:spPr/>
      <dgm:t>
        <a:bodyPr/>
        <a:lstStyle/>
        <a:p>
          <a:endParaRPr lang="en-US"/>
        </a:p>
      </dgm:t>
    </dgm:pt>
    <dgm:pt modelId="{E1F678B8-FAF1-488C-8858-42EA3045219C}" type="sibTrans" cxnId="{6C75E5C5-ACC1-4A03-B96F-4465C652277B}">
      <dgm:prSet/>
      <dgm:spPr/>
      <dgm:t>
        <a:bodyPr/>
        <a:lstStyle/>
        <a:p>
          <a:endParaRPr lang="en-US"/>
        </a:p>
      </dgm:t>
    </dgm:pt>
    <dgm:pt modelId="{7CC45659-97D0-49B7-9F4F-9DD6848EB6A1}">
      <dgm:prSet/>
      <dgm:spPr/>
      <dgm:t>
        <a:bodyPr/>
        <a:lstStyle/>
        <a:p>
          <a:r>
            <a:rPr lang="pt-PT"/>
            <a:t>Bloqueia entrada ou saída de dados não autorizados</a:t>
          </a:r>
          <a:endParaRPr lang="en-US"/>
        </a:p>
      </dgm:t>
    </dgm:pt>
    <dgm:pt modelId="{ABA14DCE-B2E5-4849-AC74-A01D37B89E24}" type="parTrans" cxnId="{4708E6AF-7142-4E06-908F-F17209F78D28}">
      <dgm:prSet/>
      <dgm:spPr/>
      <dgm:t>
        <a:bodyPr/>
        <a:lstStyle/>
        <a:p>
          <a:endParaRPr lang="en-US"/>
        </a:p>
      </dgm:t>
    </dgm:pt>
    <dgm:pt modelId="{6DFF149A-1044-43F1-AB0A-14C9840CC38B}" type="sibTrans" cxnId="{4708E6AF-7142-4E06-908F-F17209F78D28}">
      <dgm:prSet/>
      <dgm:spPr/>
      <dgm:t>
        <a:bodyPr/>
        <a:lstStyle/>
        <a:p>
          <a:endParaRPr lang="en-US"/>
        </a:p>
      </dgm:t>
    </dgm:pt>
    <dgm:pt modelId="{FD7F1612-BDE1-42FF-ABD2-7F06F52B293F}" type="pres">
      <dgm:prSet presAssocID="{340E9768-759B-455B-A50A-B1232157BD7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D54F60E-4717-48E1-8522-DDF216331899}" type="pres">
      <dgm:prSet presAssocID="{F752B5E2-1E82-40CE-AA91-C4B678F4A940}" presName="hierRoot1" presStyleCnt="0"/>
      <dgm:spPr/>
    </dgm:pt>
    <dgm:pt modelId="{381ACCB0-1417-42ED-BAC7-074FB1B968B5}" type="pres">
      <dgm:prSet presAssocID="{F752B5E2-1E82-40CE-AA91-C4B678F4A940}" presName="composite" presStyleCnt="0"/>
      <dgm:spPr/>
    </dgm:pt>
    <dgm:pt modelId="{BDAAEDA7-9F4D-4FDA-8086-AA631EDC0369}" type="pres">
      <dgm:prSet presAssocID="{F752B5E2-1E82-40CE-AA91-C4B678F4A940}" presName="background" presStyleLbl="node0" presStyleIdx="0" presStyleCnt="3"/>
      <dgm:spPr/>
    </dgm:pt>
    <dgm:pt modelId="{07A19C9C-0D4B-4B25-ADF4-C9F1B385AE79}" type="pres">
      <dgm:prSet presAssocID="{F752B5E2-1E82-40CE-AA91-C4B678F4A940}" presName="text" presStyleLbl="fgAcc0" presStyleIdx="0" presStyleCnt="3">
        <dgm:presLayoutVars>
          <dgm:chPref val="3"/>
        </dgm:presLayoutVars>
      </dgm:prSet>
      <dgm:spPr/>
    </dgm:pt>
    <dgm:pt modelId="{230A01F1-C0DF-4039-8376-0E3850FE3BE4}" type="pres">
      <dgm:prSet presAssocID="{F752B5E2-1E82-40CE-AA91-C4B678F4A940}" presName="hierChild2" presStyleCnt="0"/>
      <dgm:spPr/>
    </dgm:pt>
    <dgm:pt modelId="{639DDB63-A9C9-4FEE-9686-E5BF60BFCD64}" type="pres">
      <dgm:prSet presAssocID="{11B2ABF2-2683-43E5-863C-B41D48CF9CD4}" presName="hierRoot1" presStyleCnt="0"/>
      <dgm:spPr/>
    </dgm:pt>
    <dgm:pt modelId="{A732C594-242C-4376-B282-4E179A61FEEE}" type="pres">
      <dgm:prSet presAssocID="{11B2ABF2-2683-43E5-863C-B41D48CF9CD4}" presName="composite" presStyleCnt="0"/>
      <dgm:spPr/>
    </dgm:pt>
    <dgm:pt modelId="{EF8EED30-7A7E-4E9A-89EF-3D2E39D72FE7}" type="pres">
      <dgm:prSet presAssocID="{11B2ABF2-2683-43E5-863C-B41D48CF9CD4}" presName="background" presStyleLbl="node0" presStyleIdx="1" presStyleCnt="3"/>
      <dgm:spPr/>
    </dgm:pt>
    <dgm:pt modelId="{407176CE-AEDA-4196-BD38-E4EF6FB5A575}" type="pres">
      <dgm:prSet presAssocID="{11B2ABF2-2683-43E5-863C-B41D48CF9CD4}" presName="text" presStyleLbl="fgAcc0" presStyleIdx="1" presStyleCnt="3">
        <dgm:presLayoutVars>
          <dgm:chPref val="3"/>
        </dgm:presLayoutVars>
      </dgm:prSet>
      <dgm:spPr/>
    </dgm:pt>
    <dgm:pt modelId="{9204ABB0-51CC-4EC0-965A-3CCB4EAFD9AE}" type="pres">
      <dgm:prSet presAssocID="{11B2ABF2-2683-43E5-863C-B41D48CF9CD4}" presName="hierChild2" presStyleCnt="0"/>
      <dgm:spPr/>
    </dgm:pt>
    <dgm:pt modelId="{FBE89DE7-742A-4687-AB36-9DA06F2EB8AB}" type="pres">
      <dgm:prSet presAssocID="{7CC45659-97D0-49B7-9F4F-9DD6848EB6A1}" presName="hierRoot1" presStyleCnt="0"/>
      <dgm:spPr/>
    </dgm:pt>
    <dgm:pt modelId="{14576160-7450-4391-8F87-06D9A3E841AC}" type="pres">
      <dgm:prSet presAssocID="{7CC45659-97D0-49B7-9F4F-9DD6848EB6A1}" presName="composite" presStyleCnt="0"/>
      <dgm:spPr/>
    </dgm:pt>
    <dgm:pt modelId="{28F55A5D-BB0E-4E52-962A-7CE36AB510F3}" type="pres">
      <dgm:prSet presAssocID="{7CC45659-97D0-49B7-9F4F-9DD6848EB6A1}" presName="background" presStyleLbl="node0" presStyleIdx="2" presStyleCnt="3"/>
      <dgm:spPr/>
    </dgm:pt>
    <dgm:pt modelId="{67B07F82-9A09-4387-902F-07CC1651E82F}" type="pres">
      <dgm:prSet presAssocID="{7CC45659-97D0-49B7-9F4F-9DD6848EB6A1}" presName="text" presStyleLbl="fgAcc0" presStyleIdx="2" presStyleCnt="3">
        <dgm:presLayoutVars>
          <dgm:chPref val="3"/>
        </dgm:presLayoutVars>
      </dgm:prSet>
      <dgm:spPr/>
    </dgm:pt>
    <dgm:pt modelId="{6FCAFA7D-F141-44DC-9CF1-3F0BD6E6599A}" type="pres">
      <dgm:prSet presAssocID="{7CC45659-97D0-49B7-9F4F-9DD6848EB6A1}" presName="hierChild2" presStyleCnt="0"/>
      <dgm:spPr/>
    </dgm:pt>
  </dgm:ptLst>
  <dgm:cxnLst>
    <dgm:cxn modelId="{595F3742-1559-4019-96D6-352B6F981CFC}" type="presOf" srcId="{340E9768-759B-455B-A50A-B1232157BD7D}" destId="{FD7F1612-BDE1-42FF-ABD2-7F06F52B293F}" srcOrd="0" destOrd="0" presId="urn:microsoft.com/office/officeart/2005/8/layout/hierarchy1"/>
    <dgm:cxn modelId="{DDC55298-D878-40DC-9FF3-51C7FD7DEFE3}" type="presOf" srcId="{F752B5E2-1E82-40CE-AA91-C4B678F4A940}" destId="{07A19C9C-0D4B-4B25-ADF4-C9F1B385AE79}" srcOrd="0" destOrd="0" presId="urn:microsoft.com/office/officeart/2005/8/layout/hierarchy1"/>
    <dgm:cxn modelId="{4708E6AF-7142-4E06-908F-F17209F78D28}" srcId="{340E9768-759B-455B-A50A-B1232157BD7D}" destId="{7CC45659-97D0-49B7-9F4F-9DD6848EB6A1}" srcOrd="2" destOrd="0" parTransId="{ABA14DCE-B2E5-4849-AC74-A01D37B89E24}" sibTransId="{6DFF149A-1044-43F1-AB0A-14C9840CC38B}"/>
    <dgm:cxn modelId="{FD3914C2-6C6D-4AEA-911C-B89DCE1110F0}" type="presOf" srcId="{11B2ABF2-2683-43E5-863C-B41D48CF9CD4}" destId="{407176CE-AEDA-4196-BD38-E4EF6FB5A575}" srcOrd="0" destOrd="0" presId="urn:microsoft.com/office/officeart/2005/8/layout/hierarchy1"/>
    <dgm:cxn modelId="{6C75E5C5-ACC1-4A03-B96F-4465C652277B}" srcId="{340E9768-759B-455B-A50A-B1232157BD7D}" destId="{11B2ABF2-2683-43E5-863C-B41D48CF9CD4}" srcOrd="1" destOrd="0" parTransId="{4DD4FB83-FF10-4E83-8D93-5C38ED85B263}" sibTransId="{E1F678B8-FAF1-488C-8858-42EA3045219C}"/>
    <dgm:cxn modelId="{A09E1FF8-47AA-4523-91B9-6FDB75DFAD8F}" type="presOf" srcId="{7CC45659-97D0-49B7-9F4F-9DD6848EB6A1}" destId="{67B07F82-9A09-4387-902F-07CC1651E82F}" srcOrd="0" destOrd="0" presId="urn:microsoft.com/office/officeart/2005/8/layout/hierarchy1"/>
    <dgm:cxn modelId="{1A5CB1FB-D407-49A7-9092-7751B4316B1F}" srcId="{340E9768-759B-455B-A50A-B1232157BD7D}" destId="{F752B5E2-1E82-40CE-AA91-C4B678F4A940}" srcOrd="0" destOrd="0" parTransId="{3128B10C-4FD0-4A40-9BD6-D06B0324D0B9}" sibTransId="{8C161B3F-A442-4B71-B898-695A37B88233}"/>
    <dgm:cxn modelId="{90CEFA19-6D42-4A21-8243-0918C7950AF1}" type="presParOf" srcId="{FD7F1612-BDE1-42FF-ABD2-7F06F52B293F}" destId="{ED54F60E-4717-48E1-8522-DDF216331899}" srcOrd="0" destOrd="0" presId="urn:microsoft.com/office/officeart/2005/8/layout/hierarchy1"/>
    <dgm:cxn modelId="{98EEEDAB-B37F-4C90-9715-EF7D9A120761}" type="presParOf" srcId="{ED54F60E-4717-48E1-8522-DDF216331899}" destId="{381ACCB0-1417-42ED-BAC7-074FB1B968B5}" srcOrd="0" destOrd="0" presId="urn:microsoft.com/office/officeart/2005/8/layout/hierarchy1"/>
    <dgm:cxn modelId="{D482F02E-4FFF-4ADC-A660-74E94137F38F}" type="presParOf" srcId="{381ACCB0-1417-42ED-BAC7-074FB1B968B5}" destId="{BDAAEDA7-9F4D-4FDA-8086-AA631EDC0369}" srcOrd="0" destOrd="0" presId="urn:microsoft.com/office/officeart/2005/8/layout/hierarchy1"/>
    <dgm:cxn modelId="{2B9A8545-A193-4DB6-85AD-604379D5BE9F}" type="presParOf" srcId="{381ACCB0-1417-42ED-BAC7-074FB1B968B5}" destId="{07A19C9C-0D4B-4B25-ADF4-C9F1B385AE79}" srcOrd="1" destOrd="0" presId="urn:microsoft.com/office/officeart/2005/8/layout/hierarchy1"/>
    <dgm:cxn modelId="{F76CDDC1-322E-466E-80C2-3AFCB6313F5F}" type="presParOf" srcId="{ED54F60E-4717-48E1-8522-DDF216331899}" destId="{230A01F1-C0DF-4039-8376-0E3850FE3BE4}" srcOrd="1" destOrd="0" presId="urn:microsoft.com/office/officeart/2005/8/layout/hierarchy1"/>
    <dgm:cxn modelId="{6A315EB4-1652-4057-B228-5A2583639C8F}" type="presParOf" srcId="{FD7F1612-BDE1-42FF-ABD2-7F06F52B293F}" destId="{639DDB63-A9C9-4FEE-9686-E5BF60BFCD64}" srcOrd="1" destOrd="0" presId="urn:microsoft.com/office/officeart/2005/8/layout/hierarchy1"/>
    <dgm:cxn modelId="{8472733A-85EE-484B-BB62-19E763CDE8DD}" type="presParOf" srcId="{639DDB63-A9C9-4FEE-9686-E5BF60BFCD64}" destId="{A732C594-242C-4376-B282-4E179A61FEEE}" srcOrd="0" destOrd="0" presId="urn:microsoft.com/office/officeart/2005/8/layout/hierarchy1"/>
    <dgm:cxn modelId="{EB42E17B-F0F3-44AA-A670-3D5D8F785FAF}" type="presParOf" srcId="{A732C594-242C-4376-B282-4E179A61FEEE}" destId="{EF8EED30-7A7E-4E9A-89EF-3D2E39D72FE7}" srcOrd="0" destOrd="0" presId="urn:microsoft.com/office/officeart/2005/8/layout/hierarchy1"/>
    <dgm:cxn modelId="{3274FF23-7A12-4D96-8578-BD5120929E26}" type="presParOf" srcId="{A732C594-242C-4376-B282-4E179A61FEEE}" destId="{407176CE-AEDA-4196-BD38-E4EF6FB5A575}" srcOrd="1" destOrd="0" presId="urn:microsoft.com/office/officeart/2005/8/layout/hierarchy1"/>
    <dgm:cxn modelId="{508A9BB2-F578-4936-B7A2-6B66A210766F}" type="presParOf" srcId="{639DDB63-A9C9-4FEE-9686-E5BF60BFCD64}" destId="{9204ABB0-51CC-4EC0-965A-3CCB4EAFD9AE}" srcOrd="1" destOrd="0" presId="urn:microsoft.com/office/officeart/2005/8/layout/hierarchy1"/>
    <dgm:cxn modelId="{C0E3D5C5-304D-44F7-A23B-EBF4C71E8CE2}" type="presParOf" srcId="{FD7F1612-BDE1-42FF-ABD2-7F06F52B293F}" destId="{FBE89DE7-742A-4687-AB36-9DA06F2EB8AB}" srcOrd="2" destOrd="0" presId="urn:microsoft.com/office/officeart/2005/8/layout/hierarchy1"/>
    <dgm:cxn modelId="{DDF39566-EA72-485C-BCCE-EE7C9F9692D5}" type="presParOf" srcId="{FBE89DE7-742A-4687-AB36-9DA06F2EB8AB}" destId="{14576160-7450-4391-8F87-06D9A3E841AC}" srcOrd="0" destOrd="0" presId="urn:microsoft.com/office/officeart/2005/8/layout/hierarchy1"/>
    <dgm:cxn modelId="{B79A068A-234F-47F2-AAE3-90AA71B5711D}" type="presParOf" srcId="{14576160-7450-4391-8F87-06D9A3E841AC}" destId="{28F55A5D-BB0E-4E52-962A-7CE36AB510F3}" srcOrd="0" destOrd="0" presId="urn:microsoft.com/office/officeart/2005/8/layout/hierarchy1"/>
    <dgm:cxn modelId="{AB210E3D-2D66-4D9F-8A80-545C9EF87FAD}" type="presParOf" srcId="{14576160-7450-4391-8F87-06D9A3E841AC}" destId="{67B07F82-9A09-4387-902F-07CC1651E82F}" srcOrd="1" destOrd="0" presId="urn:microsoft.com/office/officeart/2005/8/layout/hierarchy1"/>
    <dgm:cxn modelId="{7AA31F4C-C5BD-4E8B-89FD-3789DD919248}" type="presParOf" srcId="{FBE89DE7-742A-4687-AB36-9DA06F2EB8AB}" destId="{6FCAFA7D-F141-44DC-9CF1-3F0BD6E6599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23037F-FC2B-43C1-B0F0-B27AD386820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2E65A4E-65B3-4BEA-8D0D-64E59626FAEA}">
      <dgm:prSet custT="1"/>
      <dgm:spPr/>
      <dgm:t>
        <a:bodyPr/>
        <a:lstStyle/>
        <a:p>
          <a:r>
            <a:rPr lang="pt-PT" sz="2800" dirty="0"/>
            <a:t>Criação de 3 utilizadores (trinta.org, 3emfrente.eu, the.com)</a:t>
          </a:r>
          <a:endParaRPr lang="en-US" sz="2800" dirty="0"/>
        </a:p>
      </dgm:t>
    </dgm:pt>
    <dgm:pt modelId="{30B389F9-564B-46D5-AD2C-AC00BE512025}" type="parTrans" cxnId="{CCAABD86-1515-4922-9012-49E7FC0A9481}">
      <dgm:prSet/>
      <dgm:spPr/>
      <dgm:t>
        <a:bodyPr/>
        <a:lstStyle/>
        <a:p>
          <a:endParaRPr lang="en-US"/>
        </a:p>
      </dgm:t>
    </dgm:pt>
    <dgm:pt modelId="{6662FF75-7869-4C8F-B914-8A1F71E4B037}" type="sibTrans" cxnId="{CCAABD86-1515-4922-9012-49E7FC0A9481}">
      <dgm:prSet/>
      <dgm:spPr/>
      <dgm:t>
        <a:bodyPr/>
        <a:lstStyle/>
        <a:p>
          <a:endParaRPr lang="en-US"/>
        </a:p>
      </dgm:t>
    </dgm:pt>
    <dgm:pt modelId="{4B0CF132-C0B1-48D7-8296-B0265E2D746B}">
      <dgm:prSet custT="1"/>
      <dgm:spPr/>
      <dgm:t>
        <a:bodyPr/>
        <a:lstStyle/>
        <a:p>
          <a:r>
            <a:rPr lang="pt-PT" sz="2800" dirty="0"/>
            <a:t>Criação da diretoria ‘</a:t>
          </a:r>
          <a:r>
            <a:rPr lang="pt-PT" sz="2800" dirty="0" err="1"/>
            <a:t>public_html</a:t>
          </a:r>
          <a:r>
            <a:rPr lang="pt-PT" sz="2800" dirty="0"/>
            <a:t>’</a:t>
          </a:r>
          <a:endParaRPr lang="en-US" sz="2800" dirty="0"/>
        </a:p>
      </dgm:t>
    </dgm:pt>
    <dgm:pt modelId="{4FAB5512-CC16-47AF-82EB-B79D9E5CDD0F}" type="parTrans" cxnId="{F9F49E3A-A8AC-493B-8FE3-D1986BF1F816}">
      <dgm:prSet/>
      <dgm:spPr/>
      <dgm:t>
        <a:bodyPr/>
        <a:lstStyle/>
        <a:p>
          <a:endParaRPr lang="en-US"/>
        </a:p>
      </dgm:t>
    </dgm:pt>
    <dgm:pt modelId="{C155C518-3A31-41D9-8DE1-EA41CC9B50D4}" type="sibTrans" cxnId="{F9F49E3A-A8AC-493B-8FE3-D1986BF1F816}">
      <dgm:prSet/>
      <dgm:spPr/>
      <dgm:t>
        <a:bodyPr/>
        <a:lstStyle/>
        <a:p>
          <a:endParaRPr lang="en-US"/>
        </a:p>
      </dgm:t>
    </dgm:pt>
    <dgm:pt modelId="{2B8068CB-D073-4151-9254-50E9C732DE4F}">
      <dgm:prSet custT="1"/>
      <dgm:spPr/>
      <dgm:t>
        <a:bodyPr/>
        <a:lstStyle/>
        <a:p>
          <a:r>
            <a:rPr lang="pt-PT" sz="2800" dirty="0"/>
            <a:t>Criação de ficheiro ‘index.html’</a:t>
          </a:r>
          <a:endParaRPr lang="en-US" sz="2800" dirty="0"/>
        </a:p>
      </dgm:t>
    </dgm:pt>
    <dgm:pt modelId="{7C04799B-772D-4BC2-B461-D6827215E71C}" type="parTrans" cxnId="{458BBDB6-572A-465C-8FDA-3AAE4ABED144}">
      <dgm:prSet/>
      <dgm:spPr/>
      <dgm:t>
        <a:bodyPr/>
        <a:lstStyle/>
        <a:p>
          <a:endParaRPr lang="en-US"/>
        </a:p>
      </dgm:t>
    </dgm:pt>
    <dgm:pt modelId="{B608E7DB-5B1D-4F96-B12F-AD779B1EEC11}" type="sibTrans" cxnId="{458BBDB6-572A-465C-8FDA-3AAE4ABED144}">
      <dgm:prSet/>
      <dgm:spPr/>
      <dgm:t>
        <a:bodyPr/>
        <a:lstStyle/>
        <a:p>
          <a:endParaRPr lang="en-US"/>
        </a:p>
      </dgm:t>
    </dgm:pt>
    <dgm:pt modelId="{F491D090-79A8-4325-AE34-3A929128C64C}" type="pres">
      <dgm:prSet presAssocID="{EE23037F-FC2B-43C1-B0F0-B27AD3868204}" presName="linear" presStyleCnt="0">
        <dgm:presLayoutVars>
          <dgm:animLvl val="lvl"/>
          <dgm:resizeHandles val="exact"/>
        </dgm:presLayoutVars>
      </dgm:prSet>
      <dgm:spPr/>
    </dgm:pt>
    <dgm:pt modelId="{AE8B2BB8-81A8-4ABC-BD47-E592CE20F646}" type="pres">
      <dgm:prSet presAssocID="{42E65A4E-65B3-4BEA-8D0D-64E59626FAE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4A0E675-0D42-416E-8790-FBB30E1DFD30}" type="pres">
      <dgm:prSet presAssocID="{6662FF75-7869-4C8F-B914-8A1F71E4B037}" presName="spacer" presStyleCnt="0"/>
      <dgm:spPr/>
    </dgm:pt>
    <dgm:pt modelId="{C13ABA29-EC0A-4897-99A3-1BA2E1C9DC72}" type="pres">
      <dgm:prSet presAssocID="{4B0CF132-C0B1-48D7-8296-B0265E2D746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F6685BB-9D42-417A-8223-DB946E9EFBAF}" type="pres">
      <dgm:prSet presAssocID="{C155C518-3A31-41D9-8DE1-EA41CC9B50D4}" presName="spacer" presStyleCnt="0"/>
      <dgm:spPr/>
    </dgm:pt>
    <dgm:pt modelId="{84117C14-5A47-4CB2-8553-F4D0C3D2E9D3}" type="pres">
      <dgm:prSet presAssocID="{2B8068CB-D073-4151-9254-50E9C732DE4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9F49E3A-A8AC-493B-8FE3-D1986BF1F816}" srcId="{EE23037F-FC2B-43C1-B0F0-B27AD3868204}" destId="{4B0CF132-C0B1-48D7-8296-B0265E2D746B}" srcOrd="1" destOrd="0" parTransId="{4FAB5512-CC16-47AF-82EB-B79D9E5CDD0F}" sibTransId="{C155C518-3A31-41D9-8DE1-EA41CC9B50D4}"/>
    <dgm:cxn modelId="{17F94769-FDEA-4DED-9A56-42BF4106A38D}" type="presOf" srcId="{EE23037F-FC2B-43C1-B0F0-B27AD3868204}" destId="{F491D090-79A8-4325-AE34-3A929128C64C}" srcOrd="0" destOrd="0" presId="urn:microsoft.com/office/officeart/2005/8/layout/vList2"/>
    <dgm:cxn modelId="{525B8083-237A-4C63-B814-EC0075533D51}" type="presOf" srcId="{4B0CF132-C0B1-48D7-8296-B0265E2D746B}" destId="{C13ABA29-EC0A-4897-99A3-1BA2E1C9DC72}" srcOrd="0" destOrd="0" presId="urn:microsoft.com/office/officeart/2005/8/layout/vList2"/>
    <dgm:cxn modelId="{CCAABD86-1515-4922-9012-49E7FC0A9481}" srcId="{EE23037F-FC2B-43C1-B0F0-B27AD3868204}" destId="{42E65A4E-65B3-4BEA-8D0D-64E59626FAEA}" srcOrd="0" destOrd="0" parTransId="{30B389F9-564B-46D5-AD2C-AC00BE512025}" sibTransId="{6662FF75-7869-4C8F-B914-8A1F71E4B037}"/>
    <dgm:cxn modelId="{1A9AACAD-9445-407A-A2F4-6D8E4E4C095B}" type="presOf" srcId="{42E65A4E-65B3-4BEA-8D0D-64E59626FAEA}" destId="{AE8B2BB8-81A8-4ABC-BD47-E592CE20F646}" srcOrd="0" destOrd="0" presId="urn:microsoft.com/office/officeart/2005/8/layout/vList2"/>
    <dgm:cxn modelId="{458BBDB6-572A-465C-8FDA-3AAE4ABED144}" srcId="{EE23037F-FC2B-43C1-B0F0-B27AD3868204}" destId="{2B8068CB-D073-4151-9254-50E9C732DE4F}" srcOrd="2" destOrd="0" parTransId="{7C04799B-772D-4BC2-B461-D6827215E71C}" sibTransId="{B608E7DB-5B1D-4F96-B12F-AD779B1EEC11}"/>
    <dgm:cxn modelId="{8E80DAF9-BC88-4155-926B-5BDB40C2A212}" type="presOf" srcId="{2B8068CB-D073-4151-9254-50E9C732DE4F}" destId="{84117C14-5A47-4CB2-8553-F4D0C3D2E9D3}" srcOrd="0" destOrd="0" presId="urn:microsoft.com/office/officeart/2005/8/layout/vList2"/>
    <dgm:cxn modelId="{02E7278A-2390-43DD-83F2-F423F9600F42}" type="presParOf" srcId="{F491D090-79A8-4325-AE34-3A929128C64C}" destId="{AE8B2BB8-81A8-4ABC-BD47-E592CE20F646}" srcOrd="0" destOrd="0" presId="urn:microsoft.com/office/officeart/2005/8/layout/vList2"/>
    <dgm:cxn modelId="{B3A3F6F6-0A43-410E-B47A-D04CF21EBD7B}" type="presParOf" srcId="{F491D090-79A8-4325-AE34-3A929128C64C}" destId="{C4A0E675-0D42-416E-8790-FBB30E1DFD30}" srcOrd="1" destOrd="0" presId="urn:microsoft.com/office/officeart/2005/8/layout/vList2"/>
    <dgm:cxn modelId="{421A3449-A6A9-4718-B8B1-F04022D94900}" type="presParOf" srcId="{F491D090-79A8-4325-AE34-3A929128C64C}" destId="{C13ABA29-EC0A-4897-99A3-1BA2E1C9DC72}" srcOrd="2" destOrd="0" presId="urn:microsoft.com/office/officeart/2005/8/layout/vList2"/>
    <dgm:cxn modelId="{1EA24269-A6B5-4230-9A7D-E61A3F6AB03F}" type="presParOf" srcId="{F491D090-79A8-4325-AE34-3A929128C64C}" destId="{6F6685BB-9D42-417A-8223-DB946E9EFBAF}" srcOrd="3" destOrd="0" presId="urn:microsoft.com/office/officeart/2005/8/layout/vList2"/>
    <dgm:cxn modelId="{AF1CF7BF-D7DC-472C-BFF2-48E358553CAC}" type="presParOf" srcId="{F491D090-79A8-4325-AE34-3A929128C64C}" destId="{84117C14-5A47-4CB2-8553-F4D0C3D2E9D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AAEDA7-9F4D-4FDA-8086-AA631EDC0369}">
      <dsp:nvSpPr>
        <dsp:cNvPr id="0" name=""/>
        <dsp:cNvSpPr/>
      </dsp:nvSpPr>
      <dsp:spPr>
        <a:xfrm>
          <a:off x="0" y="956885"/>
          <a:ext cx="2906817" cy="1845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A19C9C-0D4B-4B25-ADF4-C9F1B385AE79}">
      <dsp:nvSpPr>
        <dsp:cNvPr id="0" name=""/>
        <dsp:cNvSpPr/>
      </dsp:nvSpPr>
      <dsp:spPr>
        <a:xfrm>
          <a:off x="322979" y="1263716"/>
          <a:ext cx="2906817" cy="1845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700" kern="1200"/>
            <a:t>S</a:t>
          </a:r>
          <a:r>
            <a:rPr lang="pt-PT" sz="2700" b="0" i="0" kern="1200"/>
            <a:t>olução de segurança na web</a:t>
          </a:r>
          <a:endParaRPr lang="en-US" sz="2700" kern="1200"/>
        </a:p>
      </dsp:txBody>
      <dsp:txXfrm>
        <a:off x="377041" y="1317778"/>
        <a:ext cx="2798693" cy="1737704"/>
      </dsp:txXfrm>
    </dsp:sp>
    <dsp:sp modelId="{EF8EED30-7A7E-4E9A-89EF-3D2E39D72FE7}">
      <dsp:nvSpPr>
        <dsp:cNvPr id="0" name=""/>
        <dsp:cNvSpPr/>
      </dsp:nvSpPr>
      <dsp:spPr>
        <a:xfrm>
          <a:off x="3552776" y="956885"/>
          <a:ext cx="2906817" cy="1845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7176CE-AEDA-4196-BD38-E4EF6FB5A575}">
      <dsp:nvSpPr>
        <dsp:cNvPr id="0" name=""/>
        <dsp:cNvSpPr/>
      </dsp:nvSpPr>
      <dsp:spPr>
        <a:xfrm>
          <a:off x="3875756" y="1263716"/>
          <a:ext cx="2906817" cy="1845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700" kern="1200"/>
            <a:t>Monitora e filtra trafego mal-intencionado</a:t>
          </a:r>
          <a:endParaRPr lang="en-US" sz="2700" kern="1200"/>
        </a:p>
      </dsp:txBody>
      <dsp:txXfrm>
        <a:off x="3929818" y="1317778"/>
        <a:ext cx="2798693" cy="1737704"/>
      </dsp:txXfrm>
    </dsp:sp>
    <dsp:sp modelId="{28F55A5D-BB0E-4E52-962A-7CE36AB510F3}">
      <dsp:nvSpPr>
        <dsp:cNvPr id="0" name=""/>
        <dsp:cNvSpPr/>
      </dsp:nvSpPr>
      <dsp:spPr>
        <a:xfrm>
          <a:off x="7105553" y="956885"/>
          <a:ext cx="2906817" cy="1845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B07F82-9A09-4387-902F-07CC1651E82F}">
      <dsp:nvSpPr>
        <dsp:cNvPr id="0" name=""/>
        <dsp:cNvSpPr/>
      </dsp:nvSpPr>
      <dsp:spPr>
        <a:xfrm>
          <a:off x="7428532" y="1263716"/>
          <a:ext cx="2906817" cy="1845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700" kern="1200"/>
            <a:t>Bloqueia entrada ou saída de dados não autorizados</a:t>
          </a:r>
          <a:endParaRPr lang="en-US" sz="2700" kern="1200"/>
        </a:p>
      </dsp:txBody>
      <dsp:txXfrm>
        <a:off x="7482594" y="1317778"/>
        <a:ext cx="2798693" cy="17377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8B2BB8-81A8-4ABC-BD47-E592CE20F646}">
      <dsp:nvSpPr>
        <dsp:cNvPr id="0" name=""/>
        <dsp:cNvSpPr/>
      </dsp:nvSpPr>
      <dsp:spPr>
        <a:xfrm>
          <a:off x="0" y="284513"/>
          <a:ext cx="1065357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Criação de 3 utilizadores (trinta.org, 3emfrente.eu, the.com)</a:t>
          </a:r>
          <a:endParaRPr lang="en-US" sz="2800" kern="1200" dirty="0"/>
        </a:p>
      </dsp:txBody>
      <dsp:txXfrm>
        <a:off x="59399" y="343912"/>
        <a:ext cx="10534781" cy="1098002"/>
      </dsp:txXfrm>
    </dsp:sp>
    <dsp:sp modelId="{C13ABA29-EC0A-4897-99A3-1BA2E1C9DC72}">
      <dsp:nvSpPr>
        <dsp:cNvPr id="0" name=""/>
        <dsp:cNvSpPr/>
      </dsp:nvSpPr>
      <dsp:spPr>
        <a:xfrm>
          <a:off x="0" y="1688514"/>
          <a:ext cx="1065357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Criação da diretoria ‘</a:t>
          </a:r>
          <a:r>
            <a:rPr lang="pt-PT" sz="2800" kern="1200" dirty="0" err="1"/>
            <a:t>public_html</a:t>
          </a:r>
          <a:r>
            <a:rPr lang="pt-PT" sz="2800" kern="1200" dirty="0"/>
            <a:t>’</a:t>
          </a:r>
          <a:endParaRPr lang="en-US" sz="2800" kern="1200" dirty="0"/>
        </a:p>
      </dsp:txBody>
      <dsp:txXfrm>
        <a:off x="59399" y="1747913"/>
        <a:ext cx="10534781" cy="1098002"/>
      </dsp:txXfrm>
    </dsp:sp>
    <dsp:sp modelId="{84117C14-5A47-4CB2-8553-F4D0C3D2E9D3}">
      <dsp:nvSpPr>
        <dsp:cNvPr id="0" name=""/>
        <dsp:cNvSpPr/>
      </dsp:nvSpPr>
      <dsp:spPr>
        <a:xfrm>
          <a:off x="0" y="3092514"/>
          <a:ext cx="1065357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Criação de ficheiro ‘index.html’</a:t>
          </a:r>
          <a:endParaRPr lang="en-US" sz="2800" kern="1200" dirty="0"/>
        </a:p>
      </dsp:txBody>
      <dsp:txXfrm>
        <a:off x="59399" y="3151913"/>
        <a:ext cx="10534781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735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64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8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08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34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248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9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598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80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73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0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16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16" name="Picture 15" descr="A close-up of colorful shapes&#10;&#10;AI-generated content may be incorrect.">
            <a:extLst>
              <a:ext uri="{FF2B5EF4-FFF2-40B4-BE49-F238E27FC236}">
                <a16:creationId xmlns:a16="http://schemas.microsoft.com/office/drawing/2014/main" id="{98DF3359-5C8E-3B3F-1244-6DB2CED7D9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E1345-6B86-BBDB-3E55-C579D854A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pt-PT" sz="6600"/>
              <a:t>WAF – Web Application Firewall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B7D2F7-BC20-C09C-0D0B-AE5083360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pt-PT" sz="2200"/>
              <a:t>Martinho Caeiro (23917)</a:t>
            </a:r>
          </a:p>
          <a:p>
            <a:pPr algn="l"/>
            <a:r>
              <a:rPr lang="pt-PT" sz="2200"/>
              <a:t>Paulo Abade (23919)</a:t>
            </a:r>
          </a:p>
        </p:txBody>
      </p:sp>
    </p:spTree>
    <p:extLst>
      <p:ext uri="{BB962C8B-B14F-4D97-AF65-F5344CB8AC3E}">
        <p14:creationId xmlns:p14="http://schemas.microsoft.com/office/powerpoint/2010/main" val="2092923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125ED6-1BD7-5EBB-D54E-A0C8432B0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pt-PT" dirty="0"/>
              <a:t>O quê é uma WAF?</a:t>
            </a:r>
            <a:endParaRPr lang="pt-PT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1360BB-8187-BF35-43F5-E1F7BD5A27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2173558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4728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2A527-44BA-1EC9-2CCF-C30D51A8A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Topologia do Projeto</a:t>
            </a:r>
          </a:p>
        </p:txBody>
      </p:sp>
      <p:pic>
        <p:nvPicPr>
          <p:cNvPr id="5" name="Content Placeholder 4" descr="A diagram of a cloud computing system&#10;&#10;AI-generated content may be incorrect.">
            <a:extLst>
              <a:ext uri="{FF2B5EF4-FFF2-40B4-BE49-F238E27FC236}">
                <a16:creationId xmlns:a16="http://schemas.microsoft.com/office/drawing/2014/main" id="{94BD0D18-0A76-0BB3-CBE1-5D1D9906E2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916" y="2612230"/>
            <a:ext cx="8202168" cy="291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01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E8C87-2A03-2D43-569E-F4B6FBB7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pt-PT" dirty="0"/>
              <a:t>Criação de </a:t>
            </a:r>
            <a:r>
              <a:rPr lang="pt-PT" dirty="0" err="1"/>
              <a:t>VMs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7021B-B250-6DDB-CBD1-6CC3B72F0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pt-PT" sz="1800" dirty="0"/>
              <a:t>/</a:t>
            </a:r>
            <a:r>
              <a:rPr lang="pt-PT" sz="1800" dirty="0" err="1"/>
              <a:t>boot</a:t>
            </a:r>
            <a:r>
              <a:rPr lang="pt-PT" sz="1800" dirty="0"/>
              <a:t> - 500MB em EXT4</a:t>
            </a:r>
          </a:p>
          <a:p>
            <a:r>
              <a:rPr lang="pt-PT" sz="1800" dirty="0" err="1"/>
              <a:t>swap</a:t>
            </a:r>
            <a:r>
              <a:rPr lang="pt-PT" sz="1800" dirty="0"/>
              <a:t> -  1024MB</a:t>
            </a:r>
          </a:p>
          <a:p>
            <a:r>
              <a:rPr lang="pt-PT" sz="1800" dirty="0"/>
              <a:t>/ - Restante do disco em EXT4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657455B-2BC3-AC20-ED1E-3B73FABE5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261" y="1123076"/>
            <a:ext cx="5837780" cy="461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13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DB5DD-253F-F617-85F2-97077E638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Instalação de Pacotes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7CCFB-DFF2-8001-6458-23D8B71CF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5414527" cy="4593828"/>
          </a:xfrm>
        </p:spPr>
        <p:txBody>
          <a:bodyPr/>
          <a:lstStyle/>
          <a:p>
            <a:r>
              <a:rPr lang="pt-PT" dirty="0"/>
              <a:t>Servidor: </a:t>
            </a:r>
          </a:p>
          <a:p>
            <a:pPr lvl="1"/>
            <a:r>
              <a:rPr lang="pt-PT" dirty="0"/>
              <a:t>nano - Para a edição de ficheiros </a:t>
            </a:r>
          </a:p>
          <a:p>
            <a:pPr lvl="1"/>
            <a:r>
              <a:rPr lang="pt-PT" dirty="0" err="1"/>
              <a:t>whois</a:t>
            </a:r>
            <a:r>
              <a:rPr lang="pt-PT" dirty="0"/>
              <a:t> - Para verificar o IP da máquina </a:t>
            </a:r>
          </a:p>
          <a:p>
            <a:pPr lvl="1"/>
            <a:r>
              <a:rPr lang="pt-PT" dirty="0" err="1"/>
              <a:t>bind</a:t>
            </a:r>
            <a:r>
              <a:rPr lang="pt-PT" dirty="0"/>
              <a:t> - Para o DNS </a:t>
            </a:r>
          </a:p>
          <a:p>
            <a:pPr lvl="1"/>
            <a:r>
              <a:rPr lang="pt-PT" dirty="0" err="1"/>
              <a:t>bind-utils</a:t>
            </a:r>
            <a:r>
              <a:rPr lang="pt-PT" dirty="0"/>
              <a:t> - Para o DNS </a:t>
            </a:r>
          </a:p>
          <a:p>
            <a:pPr lvl="1"/>
            <a:r>
              <a:rPr lang="pt-PT" dirty="0" err="1"/>
              <a:t>httpd</a:t>
            </a:r>
            <a:r>
              <a:rPr lang="pt-PT" dirty="0"/>
              <a:t> - Para as Virtual </a:t>
            </a:r>
            <a:r>
              <a:rPr lang="pt-PT" dirty="0" err="1"/>
              <a:t>Hosts</a:t>
            </a:r>
            <a:endParaRPr lang="pt-P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E24451-9C2F-24A5-1ED3-C473F3322ED2}"/>
              </a:ext>
            </a:extLst>
          </p:cNvPr>
          <p:cNvSpPr txBox="1">
            <a:spLocks/>
          </p:cNvSpPr>
          <p:nvPr/>
        </p:nvSpPr>
        <p:spPr>
          <a:xfrm>
            <a:off x="5939437" y="1715532"/>
            <a:ext cx="5414527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WAF: </a:t>
            </a:r>
          </a:p>
          <a:p>
            <a:pPr lvl="1"/>
            <a:r>
              <a:rPr lang="pt-PT" dirty="0"/>
              <a:t>nano - Para a edição de ficheiros </a:t>
            </a:r>
          </a:p>
          <a:p>
            <a:pPr lvl="1"/>
            <a:r>
              <a:rPr lang="pt-PT" dirty="0" err="1"/>
              <a:t>nginx</a:t>
            </a:r>
            <a:r>
              <a:rPr lang="pt-PT" dirty="0"/>
              <a:t> - Para a WAF </a:t>
            </a:r>
          </a:p>
          <a:p>
            <a:pPr lvl="1"/>
            <a:r>
              <a:rPr lang="pt-PT" dirty="0" err="1"/>
              <a:t>epel-release</a:t>
            </a:r>
            <a:r>
              <a:rPr lang="pt-PT" dirty="0"/>
              <a:t> - Para a WAF </a:t>
            </a:r>
          </a:p>
          <a:p>
            <a:pPr lvl="1"/>
            <a:r>
              <a:rPr lang="pt-PT" dirty="0" err="1"/>
              <a:t>bunkerweb</a:t>
            </a:r>
            <a:r>
              <a:rPr lang="pt-PT" dirty="0"/>
              <a:t> - Para a WAF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6C65D8-7AF0-89DF-988B-0AE724068BC8}"/>
              </a:ext>
            </a:extLst>
          </p:cNvPr>
          <p:cNvCxnSpPr>
            <a:cxnSpLocks/>
          </p:cNvCxnSpPr>
          <p:nvPr/>
        </p:nvCxnSpPr>
        <p:spPr>
          <a:xfrm>
            <a:off x="5769666" y="1455174"/>
            <a:ext cx="0" cy="48541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066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84CDD-F0E9-0654-1154-9E06525B3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pt-PT"/>
              <a:t>Configuração DNS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C0A9B-E2F0-9E80-E04E-411EA1036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r>
              <a:rPr lang="pt-PT" sz="1800" dirty="0"/>
              <a:t>Criação das Zonas Master </a:t>
            </a:r>
            <a:r>
              <a:rPr lang="pt-PT" sz="1800" dirty="0" err="1"/>
              <a:t>Forward</a:t>
            </a:r>
            <a:r>
              <a:rPr lang="pt-PT" sz="1800" dirty="0"/>
              <a:t> (Diretorias para ficheiro de configuração de cada zona)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0A46AE2-159E-B569-307E-867433912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836" y="433384"/>
            <a:ext cx="3566624" cy="60196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0595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75A2DF-A2B4-D9A8-904A-BDA631FFF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30DCE-22DD-154A-F7B0-B91206CB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Configuração 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7BC41-7E91-3D16-6844-3FE41FEA2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9740" y="1445870"/>
            <a:ext cx="8732520" cy="667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/>
              <a:t>Criação das Zonas Master Forward (Atribuição do IP para determinado destino)</a:t>
            </a:r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A8A28DE-A3B3-173F-FBE5-A733FD471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776" y="2362952"/>
            <a:ext cx="3504438" cy="3840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DBA73A-CAC5-FFA7-D510-3B83CFB24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714" y="2362952"/>
            <a:ext cx="3802076" cy="3840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363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A7553-4163-A0F6-1955-1ED99FD7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569521-DC32-3984-3139-1A8DAEFB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Resultado DNS</a:t>
            </a:r>
          </a:p>
        </p:txBody>
      </p:sp>
      <p:pic>
        <p:nvPicPr>
          <p:cNvPr id="5" name="Content Placeholder 4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4A05E6EC-54AF-025D-7540-CF16742735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499" y="1782115"/>
            <a:ext cx="595700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374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6EFDA-23C8-EC60-14AE-CE448143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Configuração Virtual Hosts</a:t>
            </a:r>
            <a:endParaRPr lang="pt-PT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6282D613-28F0-7CE7-863E-9A83B5B269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9364999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4069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EAE97-AA2B-AB72-36FF-1E0D54A79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1C28AB-B8DE-18D5-7B04-1A3AC4C84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03504"/>
            <a:ext cx="6201107" cy="1527048"/>
          </a:xfrm>
        </p:spPr>
        <p:txBody>
          <a:bodyPr anchor="b">
            <a:normAutofit/>
          </a:bodyPr>
          <a:lstStyle/>
          <a:p>
            <a:r>
              <a:rPr lang="pt-PT" dirty="0"/>
              <a:t>Configuração Virtual </a:t>
            </a:r>
            <a:r>
              <a:rPr lang="pt-PT" dirty="0" err="1"/>
              <a:t>Hosts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C79E5-5667-E1F5-9921-8C5B06133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r>
              <a:rPr lang="pt-PT" sz="1800" dirty="0"/>
              <a:t>Detalhes sobre a Virtual </a:t>
            </a:r>
            <a:r>
              <a:rPr lang="pt-PT" sz="1800"/>
              <a:t>Host</a:t>
            </a:r>
            <a:r>
              <a:rPr lang="pt-PT" sz="1800" dirty="0"/>
              <a:t> (para a porta 80 e 443)</a:t>
            </a:r>
          </a:p>
        </p:txBody>
      </p:sp>
      <p:pic>
        <p:nvPicPr>
          <p:cNvPr id="5" name="Picture 4" descr="A white screen with black text&#10;&#10;AI-generated content may be incorrect.">
            <a:extLst>
              <a:ext uri="{FF2B5EF4-FFF2-40B4-BE49-F238E27FC236}">
                <a16:creationId xmlns:a16="http://schemas.microsoft.com/office/drawing/2014/main" id="{FF6B1E09-B7C3-1B21-7623-B2EF51E3F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282" y="433384"/>
            <a:ext cx="4213732" cy="60196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2636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87958-6606-F6DE-D05C-62ED04ED2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87CBB9-ED16-ACEC-2323-0F561E0E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Resultado Virtual Hosts</a:t>
            </a:r>
          </a:p>
        </p:txBody>
      </p:sp>
      <p:pic>
        <p:nvPicPr>
          <p:cNvPr id="5" name="Content Placeholder 4" descr="A black rectangular object with white text&#10;&#10;AI-generated content may be incorrect.">
            <a:extLst>
              <a:ext uri="{FF2B5EF4-FFF2-40B4-BE49-F238E27FC236}">
                <a16:creationId xmlns:a16="http://schemas.microsoft.com/office/drawing/2014/main" id="{8AADF225-EB64-DCE0-18C9-B8A5BCF45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916" y="3012086"/>
            <a:ext cx="8202168" cy="211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86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580F29-50D8-41E8-EA01-030C6D17F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AC21A-4F4A-38BA-3672-1B7ECA863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Configuração WAF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A2D35-B8B1-0915-B316-477E052DA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9740" y="1445870"/>
            <a:ext cx="8732520" cy="667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/>
              <a:t>Direcionamento para repositórios corretos e Instalação do BunkerWeb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8653888-7FD6-009E-CA69-8D2E7B75C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396" y="2362952"/>
            <a:ext cx="4907960" cy="3840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D5D9A8C-146D-CB4F-F171-C5A20FB5F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024" y="2362952"/>
            <a:ext cx="5625723" cy="15330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group of black text&#10;&#10;AI-generated content may be incorrect.">
            <a:extLst>
              <a:ext uri="{FF2B5EF4-FFF2-40B4-BE49-F238E27FC236}">
                <a16:creationId xmlns:a16="http://schemas.microsoft.com/office/drawing/2014/main" id="{37CB824D-B307-0098-F0C2-6E3CAB7F68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752" y="4625100"/>
            <a:ext cx="3914282" cy="9324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0027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35F58-8B32-6A7F-E997-CA58D40EC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D58C1-27FE-7E17-C1A7-C1863CB71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pt-PT" dirty="0"/>
              <a:t>Configuração WAF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9CB60-D7FF-3770-9934-83739371C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pt-PT" sz="1800" dirty="0"/>
              <a:t>Setup - https://192.168.1.100/setup</a:t>
            </a:r>
          </a:p>
          <a:p>
            <a:r>
              <a:rPr lang="pt-PT" sz="1800" dirty="0"/>
              <a:t>Login - https://192.168.1.100/login</a:t>
            </a:r>
          </a:p>
        </p:txBody>
      </p:sp>
      <p:pic>
        <p:nvPicPr>
          <p:cNvPr id="5" name="Picture 4" descr="A login screen with white text and blue background&#10;&#10;AI-generated content may be incorrect.">
            <a:extLst>
              <a:ext uri="{FF2B5EF4-FFF2-40B4-BE49-F238E27FC236}">
                <a16:creationId xmlns:a16="http://schemas.microsoft.com/office/drawing/2014/main" id="{4896CC56-5D98-A9FE-63E0-24262373C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898" y="1114923"/>
            <a:ext cx="4910506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619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3865200-7153-B509-CE27-08E98D692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BE2FA-A8BF-0029-838D-5C2F51411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556" y="173328"/>
            <a:ext cx="6467963" cy="9372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 err="1"/>
              <a:t>Configuração</a:t>
            </a:r>
            <a:r>
              <a:rPr lang="en-US" dirty="0"/>
              <a:t> da WAF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2DFF0-2B1E-BD65-20D0-4DB9C0E16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345" y="3609699"/>
            <a:ext cx="3152077" cy="56106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/>
          <a:p>
            <a:pPr marL="0" indent="0" algn="ctr">
              <a:buNone/>
            </a:pPr>
            <a:r>
              <a:rPr lang="en-US" sz="1800" dirty="0" err="1"/>
              <a:t>Criação</a:t>
            </a:r>
            <a:r>
              <a:rPr lang="en-US" sz="1800" dirty="0"/>
              <a:t> de um Novo </a:t>
            </a:r>
            <a:r>
              <a:rPr lang="en-US" sz="1800" dirty="0" err="1"/>
              <a:t>Serviço</a:t>
            </a:r>
            <a:endParaRPr lang="en-US" sz="1800" dirty="0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2B07172A-C3EA-8C3E-F35E-3C5764786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661" y="1842092"/>
            <a:ext cx="2837443" cy="1248475"/>
          </a:xfrm>
          <a:prstGeom prst="rect">
            <a:avLst/>
          </a:prstGeom>
        </p:spPr>
      </p:pic>
      <p:pic>
        <p:nvPicPr>
          <p:cNvPr id="7" name="Picture 6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2F4DAAD5-163F-AC2A-D5BA-015519A058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654" y="1985272"/>
            <a:ext cx="3154481" cy="962117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62E6A6-9769-FAA5-9D8D-61A78BB88F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345" y="4801448"/>
            <a:ext cx="3152077" cy="1394794"/>
          </a:xfrm>
          <a:prstGeom prst="rect">
            <a:avLst/>
          </a:prstGeom>
        </p:spPr>
      </p:pic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02C0645-30DE-6C89-C535-B7EC03C73D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654" y="4808271"/>
            <a:ext cx="3154481" cy="1387971"/>
          </a:xfrm>
          <a:prstGeom prst="rect">
            <a:avLst/>
          </a:prstGeom>
        </p:spPr>
      </p:pic>
      <p:pic>
        <p:nvPicPr>
          <p:cNvPr id="14" name="Picture 13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A9E13D19-3C39-69BA-5447-D1B5D6693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654" y="3393360"/>
            <a:ext cx="3154481" cy="962117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6E1AF7-FC15-C913-FDB3-90902CD55F35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4937104" y="2466330"/>
            <a:ext cx="197155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EF8933-E0C5-38B1-39BC-ED5F56D89028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>
            <a:off x="8485895" y="2947389"/>
            <a:ext cx="0" cy="445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84C874-8204-F351-F35A-FA5D7872486B}"/>
              </a:ext>
            </a:extLst>
          </p:cNvPr>
          <p:cNvCxnSpPr>
            <a:cxnSpLocks/>
            <a:stCxn id="14" idx="2"/>
            <a:endCxn id="11" idx="0"/>
          </p:cNvCxnSpPr>
          <p:nvPr/>
        </p:nvCxnSpPr>
        <p:spPr>
          <a:xfrm>
            <a:off x="8485895" y="4355477"/>
            <a:ext cx="0" cy="452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8E765D7-44E1-98F6-AB5E-363844348577}"/>
              </a:ext>
            </a:extLst>
          </p:cNvPr>
          <p:cNvCxnSpPr>
            <a:cxnSpLocks/>
            <a:stCxn id="11" idx="1"/>
            <a:endCxn id="13" idx="3"/>
          </p:cNvCxnSpPr>
          <p:nvPr/>
        </p:nvCxnSpPr>
        <p:spPr>
          <a:xfrm flipH="1" flipV="1">
            <a:off x="5094422" y="5498845"/>
            <a:ext cx="1814232" cy="3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0B801CC-F508-31E5-B5C1-1115B885D5E0}"/>
              </a:ext>
            </a:extLst>
          </p:cNvPr>
          <p:cNvCxnSpPr>
            <a:cxnSpLocks/>
            <a:stCxn id="3" idx="0"/>
            <a:endCxn id="5" idx="2"/>
          </p:cNvCxnSpPr>
          <p:nvPr/>
        </p:nvCxnSpPr>
        <p:spPr>
          <a:xfrm flipH="1" flipV="1">
            <a:off x="3518383" y="3090567"/>
            <a:ext cx="1" cy="519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323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CCAF7-F05F-0951-200D-33BA0284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3EE94-DCCD-9A46-500C-359D16F41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Resultado WAF </a:t>
            </a:r>
            <a:br>
              <a:rPr lang="pt-PT" dirty="0"/>
            </a:br>
            <a:r>
              <a:rPr lang="pt-PT" dirty="0"/>
              <a:t>(Testes com Kali Linux)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9C19-756A-464E-EE23-76F1595EA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9805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47950-2D06-FAF8-2D5C-C86613BD6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pt-PT" dirty="0"/>
              <a:t>Conclusão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4C95A-E121-3161-98C6-9FC61BCD3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pt-PT" sz="1800"/>
              <a:t>Semelhanças ao Lab 2 de AS</a:t>
            </a:r>
          </a:p>
          <a:p>
            <a:r>
              <a:rPr lang="pt-PT" sz="1800"/>
              <a:t>Adquirir conhecimentos sobre segurança</a:t>
            </a:r>
          </a:p>
          <a:p>
            <a:r>
              <a:rPr lang="pt-PT" sz="1800"/>
              <a:t>Importância das WAF na web</a:t>
            </a: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3778A9DE-A55A-9302-589D-C1411F39A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074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55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4D27876-614E-CCD5-5142-A650DBF0B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35795-1FAD-FDF7-4D48-6CC046268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140" y="5137536"/>
            <a:ext cx="8203720" cy="7321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Obrigado por ouvir!</a:t>
            </a:r>
          </a:p>
        </p:txBody>
      </p:sp>
      <p:pic>
        <p:nvPicPr>
          <p:cNvPr id="6" name="Graphic 5" descr="Presentation with checklist with solid fill">
            <a:extLst>
              <a:ext uri="{FF2B5EF4-FFF2-40B4-BE49-F238E27FC236}">
                <a16:creationId xmlns:a16="http://schemas.microsoft.com/office/drawing/2014/main" id="{9BEA04DC-1479-ABD7-749E-BBFE2054D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811686" y="418089"/>
            <a:ext cx="4567076" cy="456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872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282</Words>
  <Application>Microsoft Office PowerPoint</Application>
  <PresentationFormat>Widescreen</PresentationFormat>
  <Paragraphs>49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Neue Haas Grotesk Text Pro</vt:lpstr>
      <vt:lpstr>VanillaVTI</vt:lpstr>
      <vt:lpstr>WAF – Web Application Firewall</vt:lpstr>
      <vt:lpstr>O quê é uma WAF?</vt:lpstr>
      <vt:lpstr>Topologia do Projeto</vt:lpstr>
      <vt:lpstr>Criação de VMs</vt:lpstr>
      <vt:lpstr>Instalação de Pacotes</vt:lpstr>
      <vt:lpstr>Configuração DNS</vt:lpstr>
      <vt:lpstr>Configuração DNS</vt:lpstr>
      <vt:lpstr>Resultado DNS</vt:lpstr>
      <vt:lpstr>Configuração Virtual Hosts</vt:lpstr>
      <vt:lpstr>Configuração Virtual Hosts</vt:lpstr>
      <vt:lpstr>Resultado Virtual Hosts</vt:lpstr>
      <vt:lpstr>Configuração WAF</vt:lpstr>
      <vt:lpstr>Configuração WAF</vt:lpstr>
      <vt:lpstr>Configuração da WAF</vt:lpstr>
      <vt:lpstr>Resultado WAF  (Testes com Kali Linux)</vt:lpstr>
      <vt:lpstr>Conclusão</vt:lpstr>
      <vt:lpstr>Obrigado por ouvir!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Martinho José Novo Caeiro</dc:creator>
  <cp:lastModifiedBy>Martinho José Novo Caeiro</cp:lastModifiedBy>
  <cp:revision>5</cp:revision>
  <dcterms:created xsi:type="dcterms:W3CDTF">2025-05-19T12:33:33Z</dcterms:created>
  <dcterms:modified xsi:type="dcterms:W3CDTF">2025-06-01T11:06:08Z</dcterms:modified>
</cp:coreProperties>
</file>